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>
      <p:cViewPr varScale="1">
        <p:scale>
          <a:sx n="114" d="100"/>
          <a:sy n="114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A7FD3-1736-02B0-3EDF-83422956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04834-25D0-8FB5-75EC-C8A4956F9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F3F57-C66B-BCA1-7D0F-4F77F9A91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7401-E0A2-D749-964F-E656473D19F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D77D7-32F9-3A9F-9581-CE3B8E7D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D64E8-812A-8B26-1218-8A7F8D184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7CF9-BD45-F041-963F-E1CE0F05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78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E12EA-7591-F5CB-081E-7A3A405E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4D4C2-F1CF-B3F9-145F-561F5145A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614FF-973C-D8CC-4372-5F163337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7401-E0A2-D749-964F-E656473D19F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A2EF9-AEC5-EC78-D4C9-9C5F2ADBA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EDB2C-6506-BEAC-03FE-2C47FA76B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7CF9-BD45-F041-963F-E1CE0F05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02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EC4FA-E6E8-8530-028A-A10E4A74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D2B17-4BE1-0DC7-963A-C622BFFB5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14CAF-472E-AABB-3298-04F3F964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7401-E0A2-D749-964F-E656473D19F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0F07F-419B-D67B-593E-DBC4C9CC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7C179-D5B0-3360-10FC-70BF28AD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7CF9-BD45-F041-963F-E1CE0F05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05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18B26-C579-719D-F798-0D7C18599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AEAA6-BC59-8F7C-8542-7922F2845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852FB-5F3C-567D-DDE5-5B01DD97E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E64E4-11F9-64C4-83C3-4E7703F12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7401-E0A2-D749-964F-E656473D19F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D2C57-B86F-118F-136D-3398EE0C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A24E5-9628-C75B-3029-83E7EC59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7CF9-BD45-F041-963F-E1CE0F05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80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0093-A512-08E1-6E73-3B1A093DC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84E5B-5122-C3D2-8054-7EACA99A2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41378-254F-7E16-5CDE-9AAA50027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A20AE4-08C7-1FE5-3E7C-786A66D5D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0A9378-3C87-AE73-07BE-652FB04DD9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C001A-5FE6-BAC2-C346-770288ADE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7401-E0A2-D749-964F-E656473D19F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A6E9FA-2F15-3E17-6AE4-85FD1737F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650B5-372E-2465-AFC7-63842F98F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7CF9-BD45-F041-963F-E1CE0F05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27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398E6-B9FF-245D-1F1C-F7D4964E5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25CAE7-8EF5-2B13-98E0-55A92756F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7401-E0A2-D749-964F-E656473D19F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8AFA78-9D94-4955-0B67-B68CF604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6486B-E6A0-0D81-AE1C-D8944243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7CF9-BD45-F041-963F-E1CE0F05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3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FA979-BA37-4D9E-8902-3CC3AA319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7401-E0A2-D749-964F-E656473D19F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4FD1C7-F48C-DECF-FB9B-6F24947DC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77556-D0B4-37D5-6E5C-FC0BCA94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7CF9-BD45-F041-963F-E1CE0F05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27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964BC-27AE-7791-6FFD-9CC7B10F7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420E8-8B84-1B4E-4DFE-3D6688B58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4CFAB-0E9B-FC6B-3BA1-D72B6467C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D07B4-9D73-FE3C-B434-6ECC972A8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7401-E0A2-D749-964F-E656473D19F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8CD50-868F-D4CC-A42C-F615B6A5D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46611-1371-58F2-75F2-EBCC166AF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7CF9-BD45-F041-963F-E1CE0F05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5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1CEC-00AB-C1F6-1BCD-620A54D62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44EF4C-ECE1-3560-DEE3-83DF64DD711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8F87F-0987-F961-E17F-865A61202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D2340-C4B2-225C-E14B-FC8058296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7401-E0A2-D749-964F-E656473D19F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D0F50-B23F-8526-E861-3834487F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27748-2A57-739E-7BB7-2362462B9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7CF9-BD45-F041-963F-E1CE0F05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547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8E82C-F12D-59F9-ED77-629F461D6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9725C-35BD-C70F-C0A2-5378AFAA3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7FA9B-063F-98EC-54C5-029D53EEA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7401-E0A2-D749-964F-E656473D19F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16635-B9E4-BCD5-F193-D41D9A095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CB166-461B-9764-36FE-88118750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7CF9-BD45-F041-963F-E1CE0F05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60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CA4E73-B460-D8CF-9D0E-B22BE9F21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D1EC4-6D93-28AF-D767-4A7AE0370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33462-EC73-9C04-879F-36267CD8A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7401-E0A2-D749-964F-E656473D19F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6FFCA-9AE5-90C8-1166-D5362CB05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F4B39-1FED-8C4F-4191-357B74997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7CF9-BD45-F041-963F-E1CE0F05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91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B3E05-9063-8C18-FAA2-ECEDD0AA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C558A-96F5-9574-D4ED-63A2BA54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9637D-25DB-B1F9-2062-CAAD5A7CCC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7401-E0A2-D749-964F-E656473D19F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AD593-119A-E42F-147B-B268C73334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B003B-D999-F9A9-B088-1685027F3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77CF9-BD45-F041-963F-E1CE0F05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72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BEB5-6D52-3AAE-337B-8E33120663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SOME TEST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F9551-D7F7-800D-97E4-06E50DCE22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MORE TEST DATA, </a:t>
            </a:r>
          </a:p>
          <a:p>
            <a:endParaRPr lang="en-US" dirty="0"/>
          </a:p>
          <a:p>
            <a:r>
              <a:rPr lang="en-US" dirty="0"/>
              <a:t>The important fact is that a second is defined as the duration it takes for 9192631770 radiations of Cesium 133 to occur . This information is important</a:t>
            </a:r>
          </a:p>
        </p:txBody>
      </p:sp>
    </p:spTree>
    <p:extLst>
      <p:ext uri="{BB962C8B-B14F-4D97-AF65-F5344CB8AC3E}">
        <p14:creationId xmlns:p14="http://schemas.microsoft.com/office/powerpoint/2010/main" val="3701075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SOME TEST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Botha - Implement Consulting Group</dc:creator>
  <cp:lastModifiedBy>Christopher Botha - Implement Consulting Group</cp:lastModifiedBy>
  <cp:revision>1</cp:revision>
  <dcterms:created xsi:type="dcterms:W3CDTF">2026-10-08T09:06:42Z</dcterms:created>
  <dcterms:modified xsi:type="dcterms:W3CDTF">2026-10-08T09:09:00Z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088961-ed28-426e-bac0-feffb93b2682_Enabled">
    <vt:lpwstr>true</vt:lpwstr>
  </property>
  <property fmtid="{D5CDD505-2E9C-101B-9397-08002B2CF9AE}" pid="3" name="MSIP_Label_ea088961-ed28-426e-bac0-feffb93b2682_SetDate">
    <vt:lpwstr>2026-10-08T09:08:57Z</vt:lpwstr>
  </property>
  <property fmtid="{D5CDD505-2E9C-101B-9397-08002B2CF9AE}" pid="4" name="MSIP_Label_ea088961-ed28-426e-bac0-feffb93b2682_Method">
    <vt:lpwstr>Privileged</vt:lpwstr>
  </property>
  <property fmtid="{D5CDD505-2E9C-101B-9397-08002B2CF9AE}" pid="5" name="MSIP_Label_ea088961-ed28-426e-bac0-feffb93b2682_Name">
    <vt:lpwstr>Confidential - Client</vt:lpwstr>
  </property>
  <property fmtid="{D5CDD505-2E9C-101B-9397-08002B2CF9AE}" pid="6" name="MSIP_Label_ea088961-ed28-426e-bac0-feffb93b2682_SiteId">
    <vt:lpwstr>5e44ee13-15fc-429e-bd2b-bbc8476a8d0b</vt:lpwstr>
  </property>
  <property fmtid="{D5CDD505-2E9C-101B-9397-08002B2CF9AE}" pid="7" name="MSIP_Label_ea088961-ed28-426e-bac0-feffb93b2682_ActionId">
    <vt:lpwstr>00422c8d-f321-4f03-9da9-b98ca1e15e40</vt:lpwstr>
  </property>
  <property fmtid="{D5CDD505-2E9C-101B-9397-08002B2CF9AE}" pid="8" name="MSIP_Label_ea088961-ed28-426e-bac0-feffb93b2682_ContentBits">
    <vt:lpwstr>0</vt:lpwstr>
  </property>
  <property fmtid="{D5CDD505-2E9C-101B-9397-08002B2CF9AE}" pid="9" name="MSIP_Label_ea088961-ed28-426e-bac0-feffb93b2682_Tag">
    <vt:lpwstr>50, 0, 1, 1</vt:lpwstr>
  </property>
</Properties>
</file>